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9933b061a4317" /><Relationship Type="http://schemas.openxmlformats.org/officeDocument/2006/relationships/extended-properties" Target="/docProps/app.xml" Id="R43b78ce3857c4cb8" /><Relationship Type="http://schemas.openxmlformats.org/officeDocument/2006/relationships/officeDocument" Target="/ppt/presentation.xml" Id="R2fd7a12d7e12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cae4f59ae466e"/>
  </p:sldMasterIdLst>
  <p:notesMasterIdLst>
    <p:notesMasterId xmlns:r="http://schemas.openxmlformats.org/officeDocument/2006/relationships" r:id="Rf7b8407dda1f4f80"/>
  </p:notesMasterIdLst>
  <p:sldIdLst>
    <p:sldId xmlns:r="http://schemas.openxmlformats.org/officeDocument/2006/relationships" id="256" r:id="Rff303a5cdc7446ac"/>
    <p:sldId xmlns:r="http://schemas.openxmlformats.org/officeDocument/2006/relationships" id="257" r:id="R9b94ec5e30d840de"/>
    <p:sldId xmlns:r="http://schemas.openxmlformats.org/officeDocument/2006/relationships" id="258" r:id="Rf0df11fc16b84ec1"/>
    <p:sldId xmlns:r="http://schemas.openxmlformats.org/officeDocument/2006/relationships" id="259" r:id="R0f505e59c9d141b1"/>
    <p:sldId xmlns:r="http://schemas.openxmlformats.org/officeDocument/2006/relationships" id="260" r:id="Rffc9ea86d4f74f03"/>
    <p:sldId xmlns:r="http://schemas.openxmlformats.org/officeDocument/2006/relationships" id="261" r:id="Raeceb3a4a4424773"/>
    <p:sldId xmlns:r="http://schemas.openxmlformats.org/officeDocument/2006/relationships" id="262" r:id="R57454d2fb42949f4"/>
    <p:sldId xmlns:r="http://schemas.openxmlformats.org/officeDocument/2006/relationships" id="263" r:id="R6535bfe241c144e2"/>
    <p:sldId xmlns:r="http://schemas.openxmlformats.org/officeDocument/2006/relationships" id="264" r:id="R5549e57bcd024831"/>
    <p:sldId xmlns:r="http://schemas.openxmlformats.org/officeDocument/2006/relationships" id="265" r:id="R55f830e5ebad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c034d087e40cd" /><Relationship Type="http://schemas.openxmlformats.org/officeDocument/2006/relationships/slideMaster" Target="/ppt/slideMasters/slideMaster1.xml" Id="R03ccae4f59ae466e" /><Relationship Type="http://schemas.openxmlformats.org/officeDocument/2006/relationships/notesMaster" Target="/ppt/notesMasters/notesMaster1.xml" Id="Rf7b8407dda1f4f80" /><Relationship Type="http://schemas.openxmlformats.org/officeDocument/2006/relationships/presProps" Target="/ppt/presProps.xml" Id="R6df39dd9e77e40bd" /><Relationship Type="http://schemas.openxmlformats.org/officeDocument/2006/relationships/tableStyles" Target="/ppt/tableStyles.xml" Id="Ra8f6a5722d6d4a7b" /><Relationship Type="http://schemas.openxmlformats.org/officeDocument/2006/relationships/slide" Target="/ppt/slides/slide1.xml" Id="Rff303a5cdc7446ac" /><Relationship Type="http://schemas.openxmlformats.org/officeDocument/2006/relationships/slide" Target="/ppt/slides/slide2.xml" Id="R9b94ec5e30d840de" /><Relationship Type="http://schemas.openxmlformats.org/officeDocument/2006/relationships/slide" Target="/ppt/slides/slide3.xml" Id="Rf0df11fc16b84ec1" /><Relationship Type="http://schemas.openxmlformats.org/officeDocument/2006/relationships/slide" Target="/ppt/slides/slide4.xml" Id="R0f505e59c9d141b1" /><Relationship Type="http://schemas.openxmlformats.org/officeDocument/2006/relationships/slide" Target="/ppt/slides/slide5.xml" Id="Rffc9ea86d4f74f03" /><Relationship Type="http://schemas.openxmlformats.org/officeDocument/2006/relationships/slide" Target="/ppt/slides/slide6.xml" Id="Raeceb3a4a4424773" /><Relationship Type="http://schemas.openxmlformats.org/officeDocument/2006/relationships/slide" Target="/ppt/slides/slide7.xml" Id="R57454d2fb42949f4" /><Relationship Type="http://schemas.openxmlformats.org/officeDocument/2006/relationships/slide" Target="/ppt/slides/slide8.xml" Id="R6535bfe241c144e2" /><Relationship Type="http://schemas.openxmlformats.org/officeDocument/2006/relationships/slide" Target="/ppt/slides/slide9.xml" Id="R5549e57bcd024831" /><Relationship Type="http://schemas.openxmlformats.org/officeDocument/2006/relationships/slide" Target="/ppt/slides/slide10.xml" Id="R55f830e5ebad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8450c19d5f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c6b6da71bb4e80" /><Relationship Type="http://schemas.openxmlformats.org/officeDocument/2006/relationships/notesMaster" Target="/ppt/notesMasters/notesMaster1.xml" Id="R9583b74e36d2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8a38552d494831" /><Relationship Type="http://schemas.openxmlformats.org/officeDocument/2006/relationships/notesMaster" Target="/ppt/notesMasters/notesMaster1.xml" Id="R8e4c0d58a01d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af3b7b7b34636" /><Relationship Type="http://schemas.openxmlformats.org/officeDocument/2006/relationships/notesMaster" Target="/ppt/notesMasters/notesMaster1.xml" Id="Rc42276a33f6a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0035c6f1a842db" /><Relationship Type="http://schemas.openxmlformats.org/officeDocument/2006/relationships/notesMaster" Target="/ppt/notesMasters/notesMaster1.xml" Id="R740ab577b3a74f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438e689cfb45d2" /><Relationship Type="http://schemas.openxmlformats.org/officeDocument/2006/relationships/notesMaster" Target="/ppt/notesMasters/notesMaster1.xml" Id="R7b26078a269a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d2cb97cce4a74" /><Relationship Type="http://schemas.openxmlformats.org/officeDocument/2006/relationships/notesMaster" Target="/ppt/notesMasters/notesMaster1.xml" Id="Ra0f61c059e984f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c5c1b138a94dea" /><Relationship Type="http://schemas.openxmlformats.org/officeDocument/2006/relationships/notesMaster" Target="/ppt/notesMasters/notesMaster1.xml" Id="R59bf91f52d024a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50f64818434e93" /><Relationship Type="http://schemas.openxmlformats.org/officeDocument/2006/relationships/notesMaster" Target="/ppt/notesMasters/notesMaster1.xml" Id="Rfa363e13a40b4e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bfdc7e83d84765" /><Relationship Type="http://schemas.openxmlformats.org/officeDocument/2006/relationships/notesMaster" Target="/ppt/notesMasters/notesMaster1.xml" Id="R845f8bb09b244f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b416eb79a14c15" /><Relationship Type="http://schemas.openxmlformats.org/officeDocument/2006/relationships/notesMaster" Target="/ppt/notesMasters/notesMaster1.xml" Id="R987d3bd030bb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distinguishes deterministic indexing from LLM-assisted scouting and shows how both serve coding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Structural facts have the highest authority. Retrieval selects those facts. Semantic memory adds interpretation but never becomes certain structural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Indexing is deterministic and useful by itself. It supplies the anchors and topology that later constrain the scout.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- /Users/cristian/git/js-rag/PLAN.md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Scouting is not an unconstrained agent. It is a bounded interpretation pass over a deterministic evidence pack, followed by strict publication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example, not a claim about a specific repository. Candidate closure prevents the model from quietly omitting an inconvenient 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Freshness is computed from source and context fingerprints. Semantic assertions are never labeled certain and stale memory remains visibly stale.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Rust owns candidates, schemas, validation, storage and freshness. The Node sidecar owns provider registration, credentials, calls, cancellation and normalized usage/errors.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- https://www.npmjs.com/package/%40earendil-works/pi-ai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Workflows, symbol cards and concepts supply cross-file semantics that parser facts and embeddings do not explicitly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Indexing never silently invokes a model. Refresh is explicit in semantic v1 and creates a new attributable artifact rather than overwriting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durable mental model is map, scout, remember, verify. Semantic memory complements source evidence; it never replaces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/Users/cristian/git/js-rag/PLAN-SEMANTIC-SCOUTING.md</a:t>
            </a:r>
          </a:p>
          <a:p xmlns:a="http://schemas.openxmlformats.org/drawingml/2006/main">
            <a:r>
              <a:t>- /Users/cristian/git/js-rag/PLAN-KG-REVISED-CODEX.md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3321f4b9043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e9fb0d24cd4ee6" /><Relationship Type="http://schemas.openxmlformats.org/officeDocument/2006/relationships/slideLayout" Target="/ppt/slideLayouts/slideLayout1.xml" Id="R5905b911af644d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5b911af644d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14b9769aa4798" /><Relationship Type="http://schemas.openxmlformats.org/officeDocument/2006/relationships/notesSlide" Target="/ppt/notesSlides/notesSlide1.xml" Id="Ra41f6a594f40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6583be584125" /><Relationship Type="http://schemas.openxmlformats.org/officeDocument/2006/relationships/notesSlide" Target="/ppt/notesSlides/notesSlide2.xml" Id="Rd49172fbc902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bf54fbc25490a" /><Relationship Type="http://schemas.openxmlformats.org/officeDocument/2006/relationships/notesSlide" Target="/ppt/notesSlides/notesSlide3.xml" Id="Re2053460c040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225ed79d34c81" /><Relationship Type="http://schemas.openxmlformats.org/officeDocument/2006/relationships/notesSlide" Target="/ppt/notesSlides/notesSlide4.xml" Id="Rdc831eba2b794e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da13871b4798" /><Relationship Type="http://schemas.openxmlformats.org/officeDocument/2006/relationships/notesSlide" Target="/ppt/notesSlides/notesSlide5.xml" Id="Rd1970a9aab8c44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992e1b9204a75" /><Relationship Type="http://schemas.openxmlformats.org/officeDocument/2006/relationships/notesSlide" Target="/ppt/notesSlides/notesSlide6.xml" Id="Ree061084b26e4e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9bd8c98b0460f" /><Relationship Type="http://schemas.openxmlformats.org/officeDocument/2006/relationships/notesSlide" Target="/ppt/notesSlides/notesSlide7.xml" Id="R3a946e4ea5ec4e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11f636b84c25" /><Relationship Type="http://schemas.openxmlformats.org/officeDocument/2006/relationships/notesSlide" Target="/ppt/notesSlides/notesSlide8.xml" Id="R55255ecf4c7043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9f6fee4c428b" /><Relationship Type="http://schemas.openxmlformats.org/officeDocument/2006/relationships/notesSlide" Target="/ppt/notesSlides/notesSlide9.xml" Id="Rafa2887a38bb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e48c05974aaf" /><Relationship Type="http://schemas.openxmlformats.org/officeDocument/2006/relationships/notesSlide" Target="/ppt/notesSlides/notesSlide10.xml" Id="Ra65b0be5115f46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469E641-1506-4726-8E82-8D706F66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JSCOUT / SYSTEM OVERVIEW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2E68E2-7674-4ECC-8CA6-8D140948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jscout turns code
into agent memory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CC42C05-B5E3-43F4-97DB-31E98CD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Indexing maps what the code is. Scouting explains what it means—without losing the evidence.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35FBDC6-4290-4EC3-898D-A31D341D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912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4199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92172D-3E38-413F-8090-3BE4D9E0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planes, three levels of authority</a:t>
            </a:r>
          </a:p>
        </p:txBody>
      </p:sp>
      <p:sp>
        <p:nvSpPr>
          <p:cNvPr id="2" name="plane-index">
            <a:extLst xmlns:a="http://schemas.openxmlformats.org/drawingml/2006/main">
              <a:ext uri="{FF2B5EF4-FFF2-40B4-BE49-F238E27FC236}">
                <a16:creationId xmlns:a16="http://schemas.microsoft.com/office/drawing/2014/main" id="{890F12EE-C0AD-45D8-828A-6AFE04D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INDEX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extracts symbols, spans, references, runtime boundaries, contracts and source hashes.</a:t>
            </a:r>
          </a:p>
        </p:txBody>
      </p:sp>
      <p:sp>
        <p:nvSpPr>
          <p:cNvPr id="3" name="plane-retrieve">
            <a:extLst xmlns:a="http://schemas.openxmlformats.org/drawingml/2006/main">
              <a:ext uri="{FF2B5EF4-FFF2-40B4-BE49-F238E27FC236}">
                <a16:creationId xmlns:a16="http://schemas.microsoft.com/office/drawing/2014/main" id="{8ED3A606-BDA9-4269-A304-E60D45A7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RETRIEVE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Search, definitions, usages, expansion and bounded paths expose the smallest useful evidence slice.</a:t>
            </a:r>
          </a:p>
        </p:txBody>
      </p:sp>
      <p:sp>
        <p:nvSpPr>
          <p:cNvPr id="4" name="plane-memory">
            <a:extLst xmlns:a="http://schemas.openxmlformats.org/drawingml/2006/main">
              <a:ext uri="{FF2B5EF4-FFF2-40B4-BE49-F238E27FC236}">
                <a16:creationId xmlns:a16="http://schemas.microsoft.com/office/drawing/2014/main" id="{8D0118F6-58DD-41A5-916C-6E7BF55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REMEMBER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LLM-derived workflows, cards, summaries and concepts remain confidence- and freshness-labelled.</a:t>
            </a:r>
          </a:p>
        </p:txBody>
      </p:sp>
      <p:sp>
        <p:nvSpPr>
          <p:cNvPr id="5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2B60C436-417E-4843-9924-B0FEE47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767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2E59C-3D0D-4490-85E4-F0F3CE5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map exists before any model is called</a:t>
            </a:r>
          </a:p>
        </p:txBody>
      </p:sp>
      <p:sp>
        <p:nvSpPr>
          <p:cNvPr id="2" name="map-identity">
            <a:extLst xmlns:a="http://schemas.openxmlformats.org/drawingml/2006/main">
              <a:ext uri="{FF2B5EF4-FFF2-40B4-BE49-F238E27FC236}">
                <a16:creationId xmlns:a16="http://schemas.microsoft.com/office/drawing/2014/main" id="{3D781911-26D1-4235-A0AC-2D27539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+ SOURCE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Files, chunks, symbols, declarations, exact spans and content hashes.</a:t>
            </a:r>
          </a:p>
        </p:txBody>
      </p:sp>
      <p:sp>
        <p:nvSpPr>
          <p:cNvPr id="3" name="map-topology">
            <a:extLst xmlns:a="http://schemas.openxmlformats.org/drawingml/2006/main">
              <a:ext uri="{FF2B5EF4-FFF2-40B4-BE49-F238E27FC236}">
                <a16:creationId xmlns:a16="http://schemas.microsoft.com/office/drawing/2014/main" id="{0BE89F5C-D57A-4AB8-AC8C-B2914331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TOPOLOGY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Imports, calls, registry dispatch, jobs, queues, events and lifecycle handoffs.</a:t>
            </a:r>
          </a:p>
        </p:txBody>
      </p:sp>
      <p:sp>
        <p:nvSpPr>
          <p:cNvPr id="4" name="map-boundaries">
            <a:extLst xmlns:a="http://schemas.openxmlformats.org/drawingml/2006/main">
              <a:ext uri="{FF2B5EF4-FFF2-40B4-BE49-F238E27FC236}">
                <a16:creationId xmlns:a16="http://schemas.microsoft.com/office/drawing/2014/main" id="{1BB563AC-DBC8-4D41-9B1E-AE43BB6B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BOUNDARIES + CONTRACTS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Routes, GraphQL, DTOs, schemas, DI tokens, data resources, flags and hosts.</a:t>
            </a:r>
          </a:p>
        </p:txBody>
      </p:sp>
      <p:sp>
        <p:nvSpPr>
          <p:cNvPr id="5" name="map-surfaces">
            <a:extLst xmlns:a="http://schemas.openxmlformats.org/drawingml/2006/main">
              <a:ext uri="{FF2B5EF4-FFF2-40B4-BE49-F238E27FC236}">
                <a16:creationId xmlns:a16="http://schemas.microsoft.com/office/drawing/2014/main" id="{F82E82C1-A14B-4250-BF64-C6BACEB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SURFACES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Semantic search, definition, who-uses, entities, paths and repository overview.</a:t>
            </a:r>
          </a:p>
        </p:txBody>
      </p:sp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60885DEC-CF34-4B16-86D0-E115AC5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451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10594-F362-4181-AB51-DBBC6B3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Scouting is bounded semantic compilation</a:t>
            </a:r>
          </a:p>
        </p:txBody>
      </p:sp>
      <p:cxnSp>
        <p:nvCxnSpPr>
          <p:cNvPr id="14" name="scout-line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3" name="scout-dot-1">
            <a:extLst xmlns:a="http://schemas.openxmlformats.org/drawingml/2006/main">
              <a:ext uri="{FF2B5EF4-FFF2-40B4-BE49-F238E27FC236}">
                <a16:creationId xmlns:a16="http://schemas.microsoft.com/office/drawing/2014/main" id="{EC7DAD1D-6DCF-402F-B543-585B4238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166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scout-dot-2">
            <a:extLst xmlns:a="http://schemas.openxmlformats.org/drawingml/2006/main">
              <a:ext uri="{FF2B5EF4-FFF2-40B4-BE49-F238E27FC236}">
                <a16:creationId xmlns:a16="http://schemas.microsoft.com/office/drawing/2014/main" id="{18741914-FC47-4775-B17D-C63855A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166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cout-dot-3">
            <a:extLst xmlns:a="http://schemas.openxmlformats.org/drawingml/2006/main">
              <a:ext uri="{FF2B5EF4-FFF2-40B4-BE49-F238E27FC236}">
                <a16:creationId xmlns:a16="http://schemas.microsoft.com/office/drawing/2014/main" id="{39A9AC43-CC34-48C8-B0EF-926F1A5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166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cout-label-1">
            <a:extLst xmlns:a="http://schemas.openxmlformats.org/drawingml/2006/main">
              <a:ext uri="{FF2B5EF4-FFF2-40B4-BE49-F238E27FC236}">
                <a16:creationId xmlns:a16="http://schemas.microsoft.com/office/drawing/2014/main" id="{FBB333A6-920B-400C-9BD5-1C1D430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</p:txBody>
      </p:sp>
      <p:sp>
        <p:nvSpPr>
          <p:cNvPr id="7" name="scout-label-2">
            <a:extLst xmlns:a="http://schemas.openxmlformats.org/drawingml/2006/main">
              <a:ext uri="{FF2B5EF4-FFF2-40B4-BE49-F238E27FC236}">
                <a16:creationId xmlns:a16="http://schemas.microsoft.com/office/drawing/2014/main" id="{012F4D33-3012-4F4E-A859-5518C28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09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LLM</a:t>
            </a:r>
          </a:p>
        </p:txBody>
      </p:sp>
      <p:sp>
        <p:nvSpPr>
          <p:cNvPr id="8" name="scout-label-3">
            <a:extLst xmlns:a="http://schemas.openxmlformats.org/drawingml/2006/main">
              <a:ext uri="{FF2B5EF4-FFF2-40B4-BE49-F238E27FC236}">
                <a16:creationId xmlns:a16="http://schemas.microsoft.com/office/drawing/2014/main" id="{2B4FC994-9F5D-4106-B8ED-48B6067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</p:txBody>
      </p:sp>
      <p:sp>
        <p:nvSpPr>
          <p:cNvPr id="9" name="scout-select">
            <a:extLst xmlns:a="http://schemas.openxmlformats.org/drawingml/2006/main">
              <a:ext uri="{FF2B5EF4-FFF2-40B4-BE49-F238E27FC236}">
                <a16:creationId xmlns:a16="http://schemas.microsoft.com/office/drawing/2014/main" id="{147677DA-2908-40AA-A460-E873FF5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chooses seeds, closes the candidate set and packages exact source evidence.</a:t>
            </a:r>
          </a:p>
        </p:txBody>
      </p:sp>
      <p:sp>
        <p:nvSpPr>
          <p:cNvPr id="10" name="scout-interpret">
            <a:extLst xmlns:a="http://schemas.openxmlformats.org/drawingml/2006/main">
              <a:ext uri="{FF2B5EF4-FFF2-40B4-BE49-F238E27FC236}">
                <a16:creationId xmlns:a16="http://schemas.microsoft.com/office/drawing/2014/main" id="{9D3C813F-D763-4788-93ED-C72B1E9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names the workflow and classifies every candidate's role.</a:t>
            </a:r>
          </a:p>
        </p:txBody>
      </p:sp>
      <p:sp>
        <p:nvSpPr>
          <p:cNvPr id="11" name="scout-validate">
            <a:extLst xmlns:a="http://schemas.openxmlformats.org/drawingml/2006/main">
              <a:ext uri="{FF2B5EF4-FFF2-40B4-BE49-F238E27FC236}">
                <a16:creationId xmlns:a16="http://schemas.microsoft.com/office/drawing/2014/main" id="{3350F5FA-43BA-47F3-BB94-4A9BE91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checks closure, spans, hashes and snapshot before committing memory.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B36AA7A-0D6F-4239-B478-0DD470A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9625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63013-BC79-4AB1-AD54-DD69A2F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workflow scout connects dispersed code</a:t>
            </a:r>
          </a:p>
        </p:txBody>
      </p:sp>
      <p:sp>
        <p:nvSpPr>
          <p:cNvPr id="2" name="example-input-panel">
            <a:extLst xmlns:a="http://schemas.openxmlformats.org/drawingml/2006/main">
              <a:ext uri="{FF2B5EF4-FFF2-40B4-BE49-F238E27FC236}">
                <a16:creationId xmlns:a16="http://schemas.microsoft.com/office/drawing/2014/main" id="{0A1CEB1A-5240-45AC-AB36-B2786A31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" name="example-model-panel">
            <a:extLst xmlns:a="http://schemas.openxmlformats.org/drawingml/2006/main">
              <a:ext uri="{FF2B5EF4-FFF2-40B4-BE49-F238E27FC236}">
                <a16:creationId xmlns:a16="http://schemas.microsoft.com/office/drawing/2014/main" id="{A34D309C-0CEE-4118-8E51-CCECCA20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" name="example-memory-panel">
            <a:extLst xmlns:a="http://schemas.openxmlformats.org/drawingml/2006/main">
              <a:ext uri="{FF2B5EF4-FFF2-40B4-BE49-F238E27FC236}">
                <a16:creationId xmlns:a16="http://schemas.microsoft.com/office/drawing/2014/main" id="{28EBD799-4F83-4EB5-A206-2CDAF9E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" name="example-input">
            <a:extLst xmlns:a="http://schemas.openxmlformats.org/drawingml/2006/main">
              <a:ext uri="{FF2B5EF4-FFF2-40B4-BE49-F238E27FC236}">
                <a16:creationId xmlns:a16="http://schemas.microsoft.com/office/drawing/2014/main" id="{0C042D9F-245F-4615-A77E-ED4590D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PACK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Illustrative retry route
Payment service
Queue producer
Worker handler
Audit + logger</a:t>
            </a:r>
          </a:p>
        </p:txBody>
      </p:sp>
      <p:sp>
        <p:nvSpPr>
          <p:cNvPr id="6" name="example-model">
            <a:extLst xmlns:a="http://schemas.openxmlformats.org/drawingml/2006/main">
              <a:ext uri="{FF2B5EF4-FFF2-40B4-BE49-F238E27FC236}">
                <a16:creationId xmlns:a16="http://schemas.microsoft.com/office/drawing/2014/main" id="{411810F0-60DF-4B44-9D98-10B059EA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Route, service, queue and worker: defining
Audit: supporting
Logger: excluded</a:t>
            </a:r>
          </a:p>
        </p:txBody>
      </p:sp>
      <p:sp>
        <p:nvSpPr>
          <p:cNvPr id="7" name="example-memory">
            <a:extLst xmlns:a="http://schemas.openxmlformats.org/drawingml/2006/main">
              <a:ext uri="{FF2B5EF4-FFF2-40B4-BE49-F238E27FC236}">
                <a16:creationId xmlns:a16="http://schemas.microsoft.com/office/drawing/2014/main" id="{19A9CAA5-EF47-46F9-8136-CCA4AB1C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MEMORY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“Invoice payment retry”
Named participant roles
Exact evidence spans
Freshness + confidence</a:t>
            </a:r>
          </a:p>
        </p:txBody>
      </p:sp>
      <p:cxnSp>
        <p:nvCxnSpPr>
          <p:cNvPr id="23" name="example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9" name="example-dot-1">
            <a:extLst xmlns:a="http://schemas.openxmlformats.org/drawingml/2006/main">
              <a:ext uri="{FF2B5EF4-FFF2-40B4-BE49-F238E27FC236}">
                <a16:creationId xmlns:a16="http://schemas.microsoft.com/office/drawing/2014/main" id="{C78F2782-173D-40D8-BC83-1159D11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example-dot-2">
            <a:extLst xmlns:a="http://schemas.openxmlformats.org/drawingml/2006/main">
              <a:ext uri="{FF2B5EF4-FFF2-40B4-BE49-F238E27FC236}">
                <a16:creationId xmlns:a16="http://schemas.microsoft.com/office/drawing/2014/main" id="{89B323F0-F607-4C1B-9B8E-88E78E6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example-dot-3">
            <a:extLst xmlns:a="http://schemas.openxmlformats.org/drawingml/2006/main">
              <a:ext uri="{FF2B5EF4-FFF2-40B4-BE49-F238E27FC236}">
                <a16:creationId xmlns:a16="http://schemas.microsoft.com/office/drawing/2014/main" id="{3AF7F484-1819-43C7-B1C0-C023836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example-label-1">
            <a:extLst xmlns:a="http://schemas.openxmlformats.org/drawingml/2006/main">
              <a:ext uri="{FF2B5EF4-FFF2-40B4-BE49-F238E27FC236}">
                <a16:creationId xmlns:a16="http://schemas.microsoft.com/office/drawing/2014/main" id="{B464512A-7779-4F08-9474-EBCC941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3" name="example-label-2">
            <a:extLst xmlns:a="http://schemas.openxmlformats.org/drawingml/2006/main">
              <a:ext uri="{FF2B5EF4-FFF2-40B4-BE49-F238E27FC236}">
                <a16:creationId xmlns:a16="http://schemas.microsoft.com/office/drawing/2014/main" id="{0ADE2DEE-B1E5-4A2D-9FBA-0388DC6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14" name="example-label-3">
            <a:extLst xmlns:a="http://schemas.openxmlformats.org/drawingml/2006/main">
              <a:ext uri="{FF2B5EF4-FFF2-40B4-BE49-F238E27FC236}">
                <a16:creationId xmlns:a16="http://schemas.microsoft.com/office/drawing/2014/main" id="{D9479295-1137-4D52-81F5-8888D66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5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D457F4C-6C26-4A3A-8983-E1C4FC8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7238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F8EF33-722E-4F5E-B71F-1BCBA4D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semantic claim carries its evidence</a:t>
            </a:r>
          </a:p>
        </p:txBody>
      </p:sp>
      <p:sp>
        <p:nvSpPr>
          <p:cNvPr id="2" name="evidence-subhead">
            <a:extLst xmlns:a="http://schemas.openxmlformats.org/drawingml/2006/main">
              <a:ext uri="{FF2B5EF4-FFF2-40B4-BE49-F238E27FC236}">
                <a16:creationId xmlns:a16="http://schemas.microsoft.com/office/drawing/2014/main" id="{C3212CDE-5191-4343-A965-2D85065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Stored with every claim</a:t>
            </a:r>
          </a:p>
        </p:txBody>
      </p:sp>
      <p:sp>
        <p:nvSpPr>
          <p:cNvPr id="3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AD6475E5-35C0-4E88-8475-B5F0D3F6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905500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Anchor + exact line span + file hash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fingerprint + repository snapshot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+ prompt version + confidence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Artifact links for summaries and concepts</a:t>
            </a:r>
          </a:p>
        </p:txBody>
      </p:sp>
      <p:sp>
        <p:nvSpPr>
          <p:cNvPr id="4" name="fresh-circle">
            <a:extLst xmlns:a="http://schemas.openxmlformats.org/drawingml/2006/main">
              <a:ext uri="{FF2B5EF4-FFF2-40B4-BE49-F238E27FC236}">
                <a16:creationId xmlns:a16="http://schemas.microsoft.com/office/drawing/2014/main" id="{C43BCFE2-842F-4379-817D-C15332F9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fresh-check">
            <a:extLst xmlns:a="http://schemas.openxmlformats.org/drawingml/2006/main">
              <a:ext uri="{FF2B5EF4-FFF2-40B4-BE49-F238E27FC236}">
                <a16:creationId xmlns:a16="http://schemas.microsoft.com/office/drawing/2014/main" id="{67090F36-6593-48FC-B4A3-E65C6FE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46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6" name="fresh-label">
            <a:extLst xmlns:a="http://schemas.openxmlformats.org/drawingml/2006/main">
              <a:ext uri="{FF2B5EF4-FFF2-40B4-BE49-F238E27FC236}">
                <a16:creationId xmlns:a16="http://schemas.microsoft.com/office/drawing/2014/main" id="{B600436D-D702-41F5-956E-D9E6BD7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— all evidence still matches</a:t>
            </a:r>
          </a:p>
        </p:txBody>
      </p:sp>
      <p:sp>
        <p:nvSpPr>
          <p:cNvPr id="7" name="degraded-circle">
            <a:extLst xmlns:a="http://schemas.openxmlformats.org/drawingml/2006/main">
              <a:ext uri="{FF2B5EF4-FFF2-40B4-BE49-F238E27FC236}">
                <a16:creationId xmlns:a16="http://schemas.microsoft.com/office/drawing/2014/main" id="{D0BB7AFC-EE3B-468E-9CC0-4737F31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14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degraded-check">
            <a:extLst xmlns:a="http://schemas.openxmlformats.org/drawingml/2006/main">
              <a:ext uri="{FF2B5EF4-FFF2-40B4-BE49-F238E27FC236}">
                <a16:creationId xmlns:a16="http://schemas.microsoft.com/office/drawing/2014/main" id="{106F160C-D0B2-4DDC-81FE-C3B1BAEA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0520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degraded-label">
            <a:extLst xmlns:a="http://schemas.openxmlformats.org/drawingml/2006/main">
              <a:ext uri="{FF2B5EF4-FFF2-40B4-BE49-F238E27FC236}">
                <a16:creationId xmlns:a16="http://schemas.microsoft.com/office/drawing/2014/main" id="{B898F503-F78E-4622-89F1-AF36E884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Degraded — some support changed</a:t>
            </a:r>
          </a:p>
        </p:txBody>
      </p:sp>
      <p:sp>
        <p:nvSpPr>
          <p:cNvPr id="10" name="stale-circle">
            <a:extLst xmlns:a="http://schemas.openxmlformats.org/drawingml/2006/main">
              <a:ext uri="{FF2B5EF4-FFF2-40B4-BE49-F238E27FC236}">
                <a16:creationId xmlns:a16="http://schemas.microsoft.com/office/drawing/2014/main" id="{B0BE6A03-0422-4B19-AFB6-79A6F41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tale-check">
            <a:extLst xmlns:a="http://schemas.openxmlformats.org/drawingml/2006/main">
              <a:ext uri="{FF2B5EF4-FFF2-40B4-BE49-F238E27FC236}">
                <a16:creationId xmlns:a16="http://schemas.microsoft.com/office/drawing/2014/main" id="{49AEF810-AB64-4655-8496-BA811145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95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stale-label">
            <a:extLst xmlns:a="http://schemas.openxmlformats.org/drawingml/2006/main">
              <a:ext uri="{FF2B5EF4-FFF2-40B4-BE49-F238E27FC236}">
                <a16:creationId xmlns:a16="http://schemas.microsoft.com/office/drawing/2014/main" id="{9F1C49A1-2305-4A2A-B47F-A295D44A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Stale — decisive support no longer matches</a:t>
            </a:r>
          </a:p>
        </p:txBody>
      </p:sp>
      <p:sp>
        <p:nvSpPr>
          <p:cNvPr id="13" name="superseded-circle">
            <a:extLst xmlns:a="http://schemas.openxmlformats.org/drawingml/2006/main">
              <a:ext uri="{FF2B5EF4-FFF2-40B4-BE49-F238E27FC236}">
                <a16:creationId xmlns:a16="http://schemas.microsoft.com/office/drawing/2014/main" id="{1F4DC837-AFE8-4CF4-92A4-0FD342E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95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uperseded-check">
            <a:extLst xmlns:a="http://schemas.openxmlformats.org/drawingml/2006/main">
              <a:ext uri="{FF2B5EF4-FFF2-40B4-BE49-F238E27FC236}">
                <a16:creationId xmlns:a16="http://schemas.microsoft.com/office/drawing/2014/main" id="{141AE7A4-8560-46EA-B632-C127A5B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8630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superseded-label">
            <a:extLst xmlns:a="http://schemas.openxmlformats.org/drawingml/2006/main">
              <a:ext uri="{FF2B5EF4-FFF2-40B4-BE49-F238E27FC236}">
                <a16:creationId xmlns:a16="http://schemas.microsoft.com/office/drawing/2014/main" id="{97E9E8DE-95EE-44FB-B682-861F1629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Superseded — a refreshed successor exists</a:t>
            </a:r>
          </a:p>
        </p:txBody>
      </p:sp>
      <p:sp>
        <p:nvSpPr>
          <p:cNvPr id="16" name="drilldown-circle">
            <a:extLst xmlns:a="http://schemas.openxmlformats.org/drawingml/2006/main">
              <a:ext uri="{FF2B5EF4-FFF2-40B4-BE49-F238E27FC236}">
                <a16:creationId xmlns:a16="http://schemas.microsoft.com/office/drawing/2014/main" id="{03C8D11F-E1AF-4C5F-9E69-877E447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86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drilldown-check">
            <a:extLst xmlns:a="http://schemas.openxmlformats.org/drawingml/2006/main">
              <a:ext uri="{FF2B5EF4-FFF2-40B4-BE49-F238E27FC236}">
                <a16:creationId xmlns:a16="http://schemas.microsoft.com/office/drawing/2014/main" id="{FB49E86F-9230-4BD4-81E0-CBBB2B9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768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drilldown-label">
            <a:extLst xmlns:a="http://schemas.openxmlformats.org/drawingml/2006/main">
              <a:ext uri="{FF2B5EF4-FFF2-40B4-BE49-F238E27FC236}">
                <a16:creationId xmlns:a16="http://schemas.microsoft.com/office/drawing/2014/main" id="{407F40EC-74B7-4EFA-9CA5-6B8F9995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Drill-down — every claim leads to source</a:t>
            </a:r>
          </a:p>
        </p:txBody>
      </p:sp>
      <p:sp>
        <p:nvSpPr>
          <p:cNvPr id="19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0501B928-8D4D-4E22-9817-FEA5242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40751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ateway-rust">
            <a:extLst xmlns:a="http://schemas.openxmlformats.org/drawingml/2006/main">
              <a:ext uri="{FF2B5EF4-FFF2-40B4-BE49-F238E27FC236}">
                <a16:creationId xmlns:a16="http://schemas.microsoft.com/office/drawing/2014/main" id="{883B3781-685C-4E07-8F0B-143FBEA2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RUST CORE</a:t>
            </a:r>
          </a:p>
        </p:txBody>
      </p:sp>
      <p:sp>
        <p:nvSpPr>
          <p:cNvPr id="2" name="gateway-node">
            <a:extLst xmlns:a="http://schemas.openxmlformats.org/drawingml/2006/main">
              <a:ext uri="{FF2B5EF4-FFF2-40B4-BE49-F238E27FC236}">
                <a16:creationId xmlns:a16="http://schemas.microsoft.com/office/drawing/2014/main" id="{992524E1-FA8F-4878-87D7-42C56E0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NODE + PI-AI</a:t>
            </a:r>
          </a:p>
        </p:txBody>
      </p:sp>
      <p:sp>
        <p:nvSpPr>
          <p:cNvPr id="3" name="gateway-message">
            <a:extLst xmlns:a="http://schemas.openxmlformats.org/drawingml/2006/main">
              <a:ext uri="{FF2B5EF4-FFF2-40B4-BE49-F238E27FC236}">
                <a16:creationId xmlns:a16="http://schemas.microsoft.com/office/drawing/2014/main" id="{41AB9C6A-ED05-4137-9D33-718ECFA8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106680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gateway changes how jscout reaches a model—
not what becomes truth.</a:t>
            </a:r>
          </a:p>
        </p:txBody>
      </p:sp>
      <p:sp>
        <p:nvSpPr>
          <p:cNvPr id="4" name="gateway-divider">
            <a:extLst xmlns:a="http://schemas.openxmlformats.org/drawingml/2006/main">
              <a:ext uri="{FF2B5EF4-FFF2-40B4-BE49-F238E27FC236}">
                <a16:creationId xmlns:a16="http://schemas.microsoft.com/office/drawing/2014/main" id="{482B4DDE-7371-47EF-86B4-6DF05FD2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140456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87EDC172-A2FD-483E-A0B2-1CC85E8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0760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EBA95FA-B276-4CC6-9476-7DB7FFD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Scouting unlocks questions structure cannot answer</a:t>
            </a:r>
          </a:p>
        </p:txBody>
      </p:sp>
      <p:sp>
        <p:nvSpPr>
          <p:cNvPr id="2" name="question-intro">
            <a:extLst xmlns:a="http://schemas.openxmlformats.org/drawingml/2006/main">
              <a:ext uri="{FF2B5EF4-FFF2-40B4-BE49-F238E27FC236}">
                <a16:creationId xmlns:a16="http://schemas.microsoft.com/office/drawing/2014/main" id="{3F00EAF8-8268-4B28-9676-3C493A9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 tells us what is connected.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Scouts explain what those connections mean in the product and architecture.</a:t>
            </a:r>
          </a:p>
        </p:txBody>
      </p:sp>
      <p:sp>
        <p:nvSpPr>
          <p:cNvPr id="3" name="question-card-1">
            <a:extLst xmlns:a="http://schemas.openxmlformats.org/drawingml/2006/main">
              <a:ext uri="{FF2B5EF4-FFF2-40B4-BE49-F238E27FC236}">
                <a16:creationId xmlns:a16="http://schemas.microsoft.com/office/drawing/2014/main" id="{5226A9AF-1225-417D-8AB5-3A97364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" name="question-card-2">
            <a:extLst xmlns:a="http://schemas.openxmlformats.org/drawingml/2006/main">
              <a:ext uri="{FF2B5EF4-FFF2-40B4-BE49-F238E27FC236}">
                <a16:creationId xmlns:a16="http://schemas.microsoft.com/office/drawing/2014/main" id="{DEEA1402-954E-435A-86EB-63B6B36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" name="question-card-3">
            <a:extLst xmlns:a="http://schemas.openxmlformats.org/drawingml/2006/main">
              <a:ext uri="{FF2B5EF4-FFF2-40B4-BE49-F238E27FC236}">
                <a16:creationId xmlns:a16="http://schemas.microsoft.com/office/drawing/2014/main" id="{D1EA8571-DF31-4C5B-9AC9-37C79285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6" name="question-dot-1">
            <a:extLst xmlns:a="http://schemas.openxmlformats.org/drawingml/2006/main">
              <a:ext uri="{FF2B5EF4-FFF2-40B4-BE49-F238E27FC236}">
                <a16:creationId xmlns:a16="http://schemas.microsoft.com/office/drawing/2014/main" id="{292964B7-AE7B-448C-9CC9-4C0CD21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question-dot-2">
            <a:extLst xmlns:a="http://schemas.openxmlformats.org/drawingml/2006/main">
              <a:ext uri="{FF2B5EF4-FFF2-40B4-BE49-F238E27FC236}">
                <a16:creationId xmlns:a16="http://schemas.microsoft.com/office/drawing/2014/main" id="{463E5CA9-6604-4F96-AFB2-F53721A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question-dot-3">
            <a:extLst xmlns:a="http://schemas.openxmlformats.org/drawingml/2006/main">
              <a:ext uri="{FF2B5EF4-FFF2-40B4-BE49-F238E27FC236}">
                <a16:creationId xmlns:a16="http://schemas.microsoft.com/office/drawing/2014/main" id="{77795A2F-F8DB-42CA-967E-FEDACDC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question-workflow">
            <a:extLst xmlns:a="http://schemas.openxmlformats.org/drawingml/2006/main">
              <a:ext uri="{FF2B5EF4-FFF2-40B4-BE49-F238E27FC236}">
                <a16:creationId xmlns:a16="http://schemas.microsoft.com/office/drawing/2014/main" id="{B723A61F-71FC-4514-B590-0458F00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workflows does this code participate in?</a:t>
            </a:r>
          </a:p>
        </p:txBody>
      </p:sp>
      <p:sp>
        <p:nvSpPr>
          <p:cNvPr id="10" name="question-intent">
            <a:extLst xmlns:a="http://schemas.openxmlformats.org/drawingml/2006/main">
              <a:ext uri="{FF2B5EF4-FFF2-40B4-BE49-F238E27FC236}">
                <a16:creationId xmlns:a16="http://schemas.microsoft.com/office/drawing/2014/main" id="{0A0762F6-4981-4A81-B8BB-1C51D6D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+ RISK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does it exist? What invariants and failure modes matter?</a:t>
            </a:r>
          </a:p>
        </p:txBody>
      </p:sp>
      <p:sp>
        <p:nvSpPr>
          <p:cNvPr id="11" name="question-concept">
            <a:extLst xmlns:a="http://schemas.openxmlformats.org/drawingml/2006/main">
              <a:ext uri="{FF2B5EF4-FFF2-40B4-BE49-F238E27FC236}">
                <a16:creationId xmlns:a16="http://schemas.microsoft.com/office/drawing/2014/main" id="{35AAF943-4F8D-4A1B-95C6-99A3BA25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CONCEPTS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domain ideas connect this symbol, file or workflow?</a:t>
            </a:r>
          </a:p>
        </p:txBody>
      </p:sp>
      <p:sp>
        <p:nvSpPr>
          <p:cNvPr id="1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F863263-7787-4E8D-9723-F269FC2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4679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915B77-DB44-4CF1-81CB-5E40BD8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Code changes make memory visibly stale</a:t>
            </a:r>
          </a:p>
        </p:txBody>
      </p:sp>
      <p:sp>
        <p:nvSpPr>
          <p:cNvPr id="2" name="change-panel">
            <a:extLst xmlns:a="http://schemas.openxmlformats.org/drawingml/2006/main">
              <a:ext uri="{FF2B5EF4-FFF2-40B4-BE49-F238E27FC236}">
                <a16:creationId xmlns:a16="http://schemas.microsoft.com/office/drawing/2014/main" id="{EC20A16A-75C0-4BA0-AA94-02C5D4CB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" name="mark-panel">
            <a:extLst xmlns:a="http://schemas.openxmlformats.org/drawingml/2006/main">
              <a:ext uri="{FF2B5EF4-FFF2-40B4-BE49-F238E27FC236}">
                <a16:creationId xmlns:a16="http://schemas.microsoft.com/office/drawing/2014/main" id="{A0DD4063-6857-44B6-86A2-5411BD1B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" name="refresh-panel">
            <a:extLst xmlns:a="http://schemas.openxmlformats.org/drawingml/2006/main">
              <a:ext uri="{FF2B5EF4-FFF2-40B4-BE49-F238E27FC236}">
                <a16:creationId xmlns:a16="http://schemas.microsoft.com/office/drawing/2014/main" id="{58199436-5447-4962-B7B0-0519F0A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" name="change-text">
            <a:extLst xmlns:a="http://schemas.openxmlformats.org/drawingml/2006/main">
              <a:ext uri="{FF2B5EF4-FFF2-40B4-BE49-F238E27FC236}">
                <a16:creationId xmlns:a16="http://schemas.microsoft.com/office/drawing/2014/main" id="{0B3D5969-E7C8-4FAE-B414-D7E9EEA4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CHANGE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Indexing detects changed source hashes and changed structural neighborhoods.</a:t>
            </a:r>
          </a:p>
        </p:txBody>
      </p:sp>
      <p:sp>
        <p:nvSpPr>
          <p:cNvPr id="6" name="mark-text">
            <a:extLst xmlns:a="http://schemas.openxmlformats.org/drawingml/2006/main">
              <a:ext uri="{FF2B5EF4-FFF2-40B4-BE49-F238E27FC236}">
                <a16:creationId xmlns:a16="http://schemas.microsoft.com/office/drawing/2014/main" id="{96C9D9F3-2D56-4D6B-B287-37114C2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MARK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Affected artifacts become degraded or stale. They are never served as current-looking truth.</a:t>
            </a:r>
          </a:p>
        </p:txBody>
      </p:sp>
      <p:sp>
        <p:nvSpPr>
          <p:cNvPr id="7" name="refresh-text">
            <a:extLst xmlns:a="http://schemas.openxmlformats.org/drawingml/2006/main">
              <a:ext uri="{FF2B5EF4-FFF2-40B4-BE49-F238E27FC236}">
                <a16:creationId xmlns:a16="http://schemas.microsoft.com/office/drawing/2014/main" id="{35E666AC-2793-4EE4-95C1-8CCC568A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REFRESH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explicit scout run validates new evidence and writes an immutable successor.</a:t>
            </a:r>
          </a:p>
        </p:txBody>
      </p:sp>
      <p:cxnSp>
        <p:nvCxnSpPr>
          <p:cNvPr id="23" name="lifecycle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9" name="lifecycle-dot-1">
            <a:extLst xmlns:a="http://schemas.openxmlformats.org/drawingml/2006/main">
              <a:ext uri="{FF2B5EF4-FFF2-40B4-BE49-F238E27FC236}">
                <a16:creationId xmlns:a16="http://schemas.microsoft.com/office/drawing/2014/main" id="{61FCE4EA-D4E5-4B16-B63D-787CDCB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lifecycle-dot-2">
            <a:extLst xmlns:a="http://schemas.openxmlformats.org/drawingml/2006/main">
              <a:ext uri="{FF2B5EF4-FFF2-40B4-BE49-F238E27FC236}">
                <a16:creationId xmlns:a16="http://schemas.microsoft.com/office/drawing/2014/main" id="{A5EAE4CE-C9A8-44B1-9C24-E61A825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lifecycle-dot-3">
            <a:extLst xmlns:a="http://schemas.openxmlformats.org/drawingml/2006/main">
              <a:ext uri="{FF2B5EF4-FFF2-40B4-BE49-F238E27FC236}">
                <a16:creationId xmlns:a16="http://schemas.microsoft.com/office/drawing/2014/main" id="{F2BE6849-0407-4DDD-AE53-F47718A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44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lifecycle-label-1">
            <a:extLst xmlns:a="http://schemas.openxmlformats.org/drawingml/2006/main">
              <a:ext uri="{FF2B5EF4-FFF2-40B4-BE49-F238E27FC236}">
                <a16:creationId xmlns:a16="http://schemas.microsoft.com/office/drawing/2014/main" id="{61B6C5BF-9278-4307-8641-061CB0F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3" name="lifecycle-label-2">
            <a:extLst xmlns:a="http://schemas.openxmlformats.org/drawingml/2006/main">
              <a:ext uri="{FF2B5EF4-FFF2-40B4-BE49-F238E27FC236}">
                <a16:creationId xmlns:a16="http://schemas.microsoft.com/office/drawing/2014/main" id="{70798261-140D-40F6-8EBF-2E3AEEB9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FRESHNESS</a:t>
            </a:r>
          </a:p>
        </p:txBody>
      </p:sp>
      <p:sp>
        <p:nvSpPr>
          <p:cNvPr id="14" name="lifecycle-label-3">
            <a:extLst xmlns:a="http://schemas.openxmlformats.org/drawingml/2006/main">
              <a:ext uri="{FF2B5EF4-FFF2-40B4-BE49-F238E27FC236}">
                <a16:creationId xmlns:a16="http://schemas.microsoft.com/office/drawing/2014/main" id="{5E57A29C-492D-40E3-98C6-CEFDC9A3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SUCCESSOR</a:t>
            </a:r>
          </a:p>
        </p:txBody>
      </p:sp>
      <p:sp>
        <p:nvSpPr>
          <p:cNvPr id="15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54E8DAC5-B96D-470B-8B78-2FD47E4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25765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614A1738-F835-4F2E-876B-36EC9ADA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3810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MENTAL MODEL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92E1F5A-D881-47FB-9C77-1CBE4E81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→ Scout →
Remember → Verify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08DF4808-B5AD-403B-9B47-A362B914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5905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4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owns facts.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4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LLMs add bounded meaning.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Source remains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566832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2026-08-10T18:59:35.9650000Z</dcterms:created>
  <dcterms:modified xsi:type="dcterms:W3CDTF">2026-08-10T18:59:35.9650000Z</dcterms:modified>
</coreProperties>
</file>